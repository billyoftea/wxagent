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360" y="866775"/>
            <a:ext cx="10264775" cy="55327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92120" y="887095"/>
            <a:ext cx="60960" cy="5507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097280" y="1703070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97280" y="266636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17600" y="36087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117600" y="45104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97280" y="554418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17600" y="991235"/>
            <a:ext cx="269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LOGO+ </a:t>
            </a:r>
            <a:r>
              <a:rPr lang="zh-CN" altLang="en-US"/>
              <a:t>产品名（</a:t>
            </a:r>
            <a:r>
              <a:rPr lang="en-US" altLang="zh-CN"/>
              <a:t>WXAgent)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1376045" y="206565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密钥获取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8080" y="286321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78560" y="379285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78560" y="480377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78560" y="560133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23335" y="1151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896235" y="233680"/>
            <a:ext cx="5193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0.</a:t>
            </a:r>
            <a:r>
              <a:rPr lang="zh-CN" altLang="en-US"/>
              <a:t>总体界面与开屏</a:t>
            </a:r>
            <a:r>
              <a:rPr lang="en-US" altLang="zh-CN"/>
              <a:t>WELCOME</a:t>
            </a:r>
            <a:r>
              <a:rPr lang="zh-CN" altLang="en-US"/>
              <a:t>、新手指引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42640" y="1636395"/>
            <a:ext cx="7620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WELCOME</a:t>
            </a:r>
            <a:r>
              <a:rPr lang="zh-CN" altLang="en-US"/>
              <a:t>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产品介绍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注意，这是一个独立的商品，在各个页面中都不要出现</a:t>
            </a:r>
            <a:r>
              <a:rPr lang="en-US" altLang="zh-CN"/>
              <a:t>echotrace</a:t>
            </a:r>
            <a:r>
              <a:rPr lang="zh-CN" altLang="en-US"/>
              <a:t>或者</a:t>
            </a:r>
            <a:r>
              <a:rPr lang="en-US" altLang="zh-CN"/>
              <a:t>wx_key</a:t>
            </a:r>
            <a:r>
              <a:rPr lang="zh-CN" altLang="en-US"/>
              <a:t>的名字，但在开发的时候要注意参考这两个项目的源代码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新手指引：</a:t>
            </a:r>
            <a:r>
              <a:rPr lang="en-US" altLang="zh-CN"/>
              <a:t>path</a:t>
            </a:r>
            <a:r>
              <a:rPr lang="zh-CN" altLang="en-US"/>
              <a:t>与密钥设置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作者联系方式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360" y="866775"/>
            <a:ext cx="10264775" cy="55327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92120" y="887095"/>
            <a:ext cx="60960" cy="5507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097280" y="1703070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97280" y="266636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17600" y="36087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117600" y="45104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97280" y="554418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17600" y="991235"/>
            <a:ext cx="269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LOGO+ </a:t>
            </a:r>
            <a:r>
              <a:rPr lang="zh-CN" altLang="en-US"/>
              <a:t>产品名（</a:t>
            </a:r>
            <a:r>
              <a:rPr lang="en-US" altLang="zh-CN"/>
              <a:t>WXAgent)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1376045" y="206565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密钥获取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8080" y="286321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78560" y="379285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78560" y="480377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78560" y="560133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23335" y="1151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896235" y="233680"/>
            <a:ext cx="5193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密钥获取页面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42640" y="991235"/>
            <a:ext cx="5193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移植</a:t>
            </a:r>
            <a:r>
              <a:rPr lang="en-US" altLang="zh-CN"/>
              <a:t>wx_key</a:t>
            </a:r>
            <a:r>
              <a:rPr lang="zh-CN" altLang="en-US"/>
              <a:t>中的</a:t>
            </a:r>
            <a:r>
              <a:rPr lang="en-US" altLang="zh-CN"/>
              <a:t>key</a:t>
            </a:r>
            <a:r>
              <a:rPr lang="zh-CN" altLang="en-US"/>
              <a:t>实现方法，使用</a:t>
            </a:r>
            <a:r>
              <a:rPr lang="en-US" altLang="zh-CN"/>
              <a:t>hook</a:t>
            </a:r>
            <a:r>
              <a:rPr lang="zh-CN" altLang="en-US"/>
              <a:t>读取微信聊天记录密钥（目前只需要实现文字</a:t>
            </a:r>
            <a:r>
              <a:rPr lang="en-US" altLang="zh-CN"/>
              <a:t>key</a:t>
            </a:r>
            <a:r>
              <a:rPr lang="zh-CN" altLang="en-US"/>
              <a:t>读取）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940" y="2068830"/>
            <a:ext cx="7301865" cy="32143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360" y="866775"/>
            <a:ext cx="10264775" cy="55327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92120" y="887095"/>
            <a:ext cx="60960" cy="5507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097280" y="1703070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97280" y="266636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17600" y="36087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117600" y="45104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97280" y="554418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17600" y="991235"/>
            <a:ext cx="269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LOGO+ </a:t>
            </a:r>
            <a:r>
              <a:rPr lang="zh-CN" altLang="en-US"/>
              <a:t>产品名（</a:t>
            </a:r>
            <a:r>
              <a:rPr lang="en-US" altLang="zh-CN"/>
              <a:t>WXAgent)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1376045" y="206565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密钥获取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8080" y="286321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78560" y="379285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78560" y="480377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78560" y="560133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23335" y="1151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896235" y="233680"/>
            <a:ext cx="5193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42640" y="991235"/>
            <a:ext cx="63734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移植</a:t>
            </a:r>
            <a:r>
              <a:rPr lang="en-US" altLang="zh-CN"/>
              <a:t>echotrace</a:t>
            </a:r>
            <a:r>
              <a:rPr lang="zh-CN" altLang="en-US"/>
              <a:t>中的数据管理、导出记录两部分功能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允许对数据库文件的批量解密和增量更新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允许导出聊天记录到本地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首次进行读取的时候，默认全部解密。</a:t>
            </a:r>
            <a:endParaRPr lang="zh-CN" altLang="en-US"/>
          </a:p>
          <a:p>
            <a:r>
              <a:rPr lang="zh-CN" altLang="en-US"/>
              <a:t>但没有用户允许，不许导出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3880" y="3221355"/>
            <a:ext cx="4420870" cy="27482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221355"/>
            <a:ext cx="3762375" cy="25933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360" y="866775"/>
            <a:ext cx="10264775" cy="55327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92120" y="887095"/>
            <a:ext cx="60960" cy="5507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097280" y="1703070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97280" y="266636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17600" y="36087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117600" y="45104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97280" y="554418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17600" y="991235"/>
            <a:ext cx="269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LOGO+ </a:t>
            </a:r>
            <a:r>
              <a:rPr lang="zh-CN" altLang="en-US"/>
              <a:t>产品名（</a:t>
            </a:r>
            <a:r>
              <a:rPr lang="en-US" altLang="zh-CN"/>
              <a:t>WXAgent)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1376045" y="206565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密钥获取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8080" y="286321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78560" y="379285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78560" y="480377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78560" y="560133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23335" y="1151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896235" y="233680"/>
            <a:ext cx="5193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42640" y="991235"/>
            <a:ext cx="69862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直接看</a:t>
            </a:r>
            <a:r>
              <a:rPr lang="en-US" altLang="zh-CN"/>
              <a:t>echotrace</a:t>
            </a:r>
            <a:r>
              <a:rPr lang="zh-CN" altLang="en-US"/>
              <a:t>中的实现方法，是怎么进行分析的，做一个类似的。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360" y="866775"/>
            <a:ext cx="10264775" cy="55327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92120" y="887095"/>
            <a:ext cx="60960" cy="5507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097280" y="1703070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97280" y="266636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17600" y="36087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117600" y="45104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97280" y="554418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17600" y="991235"/>
            <a:ext cx="269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LOGO+ </a:t>
            </a:r>
            <a:r>
              <a:rPr lang="zh-CN" altLang="en-US"/>
              <a:t>产品名（</a:t>
            </a:r>
            <a:r>
              <a:rPr lang="en-US" altLang="zh-CN"/>
              <a:t>WXAgent)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1376045" y="206565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密钥获取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8080" y="286321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78560" y="379285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78560" y="480377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78560" y="560133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23335" y="1151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896235" y="233680"/>
            <a:ext cx="5193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42640" y="991235"/>
            <a:ext cx="77152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在这里使用</a:t>
            </a:r>
            <a:r>
              <a:rPr lang="en-US" altLang="zh-CN"/>
              <a:t>wx_agent</a:t>
            </a:r>
            <a:r>
              <a:rPr lang="zh-CN" altLang="en-US"/>
              <a:t>中的</a:t>
            </a:r>
            <a:r>
              <a:rPr lang="en-US" altLang="zh-CN"/>
              <a:t>py</a:t>
            </a:r>
            <a:r>
              <a:rPr lang="zh-CN" altLang="en-US"/>
              <a:t>实现方法，在选择了时间后，默认使用总结功能，也可以使用自定义的提示词进行抓取。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360" y="866775"/>
            <a:ext cx="10264775" cy="55327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92120" y="887095"/>
            <a:ext cx="60960" cy="5507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097280" y="1703070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97280" y="266636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17600" y="36087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117600" y="451040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97280" y="5544185"/>
            <a:ext cx="187452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17600" y="991235"/>
            <a:ext cx="269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LOGO+ </a:t>
            </a:r>
            <a:r>
              <a:rPr lang="zh-CN" altLang="en-US"/>
              <a:t>产品名（</a:t>
            </a:r>
            <a:r>
              <a:rPr lang="en-US" altLang="zh-CN"/>
              <a:t>WXAgent)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1376045" y="206565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密钥获取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48080" y="286321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聊天记录读取与导出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78560" y="379285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聊天记录分析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78560" y="4803775"/>
            <a:ext cx="1637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聊天记录</a:t>
            </a:r>
            <a:r>
              <a:rPr lang="en-US" altLang="zh-CN"/>
              <a:t>AI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78560" y="5601335"/>
            <a:ext cx="163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23335" y="1151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896235" y="233680"/>
            <a:ext cx="5193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342640" y="991235"/>
            <a:ext cx="77152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设置聊天记录</a:t>
            </a:r>
            <a:r>
              <a:rPr lang="en-US" altLang="zh-CN"/>
              <a:t>json</a:t>
            </a:r>
            <a:r>
              <a:rPr lang="zh-CN" altLang="en-US"/>
              <a:t>输出</a:t>
            </a:r>
            <a:r>
              <a:rPr lang="en-US" altLang="zh-CN"/>
              <a:t>path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大模型</a:t>
            </a:r>
            <a:r>
              <a:rPr lang="en-US" altLang="zh-CN"/>
              <a:t>api</a:t>
            </a:r>
            <a:r>
              <a:rPr lang="zh-CN" altLang="en-US"/>
              <a:t>设置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WPS 演示</Application>
  <PresentationFormat>宽屏</PresentationFormat>
  <Paragraphs>122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Xu Ang</cp:lastModifiedBy>
  <cp:revision>158</cp:revision>
  <dcterms:created xsi:type="dcterms:W3CDTF">2019-06-19T02:08:00Z</dcterms:created>
  <dcterms:modified xsi:type="dcterms:W3CDTF">2025-11-13T14:50:28Z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0DD2B78037AF484289CC03E2607FE35F_11</vt:lpwstr>
  </property>
</Properties>
</file>